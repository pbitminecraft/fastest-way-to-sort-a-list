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presProps.xml" ContentType="application/vnd.openxmlformats-officedocument.presentationml.presProps+xml"/>
  <Override PartName="/ppt/media/image1.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Lst>
  <p:sldSz cx="9144000" cy="5143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311760" y="744480"/>
            <a:ext cx="8520120" cy="2052360"/>
          </a:xfrm>
          <a:prstGeom prst="rect">
            <a:avLst/>
          </a:prstGeom>
          <a:noFill/>
          <a:ln w="0">
            <a:noFill/>
          </a:ln>
        </p:spPr>
        <p:txBody>
          <a:bodyPr lIns="91440" rIns="91440" tIns="91440" bIns="91440" anchor="b">
            <a:noAutofit/>
          </a:bodyPr>
          <a:p>
            <a:pPr indent="0">
              <a:buNone/>
            </a:pPr>
            <a:r>
              <a:rPr b="0" lang="en-US" sz="5200" strike="noStrike" u="none">
                <a:solidFill>
                  <a:srgbClr val="000000"/>
                </a:solidFill>
                <a:effectLst/>
                <a:uFillTx/>
                <a:latin typeface="Arial"/>
              </a:rPr>
              <a:t>Click to edit the title text format</a:t>
            </a:r>
            <a:endParaRPr b="0" lang="en-US" sz="5200" strike="noStrike" u="none">
              <a:solidFill>
                <a:srgbClr val="000000"/>
              </a:solidFill>
              <a:effectLst/>
              <a:uFillTx/>
              <a:latin typeface="Arial"/>
            </a:endParaRPr>
          </a:p>
        </p:txBody>
      </p:sp>
      <p:sp>
        <p:nvSpPr>
          <p:cNvPr id="3" name="PlaceHolder 2"/>
          <p:cNvSpPr>
            <a:spLocks noGrp="1"/>
          </p:cNvSpPr>
          <p:nvPr>
            <p:ph type="sldNum" idx="1"/>
          </p:nvPr>
        </p:nvSpPr>
        <p:spPr>
          <a:xfrm>
            <a:off x="8472600" y="4663080"/>
            <a:ext cx="548280" cy="393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2992B646-E8F5-46A8-B953-0CC324EB4E4B}" type="slidenum">
              <a:rPr b="0" lang="en" sz="1000" strike="noStrike" u="none">
                <a:solidFill>
                  <a:schemeClr val="dk2"/>
                </a:solidFill>
                <a:effectLst/>
                <a:uFillTx/>
                <a:latin typeface="Arial"/>
                <a:ea typeface="Arial"/>
              </a:rPr>
              <a:t>1</a:t>
            </a:fld>
            <a:endParaRPr b="0" lang="en-US" sz="10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311760" y="1106280"/>
            <a:ext cx="8520120" cy="1963080"/>
          </a:xfrm>
          <a:prstGeom prst="rect">
            <a:avLst/>
          </a:prstGeom>
          <a:noFill/>
          <a:ln w="0">
            <a:noFill/>
          </a:ln>
        </p:spPr>
        <p:txBody>
          <a:bodyPr lIns="91440" rIns="91440" tIns="91440" bIns="91440" anchor="b">
            <a:noAutofit/>
          </a:bodyPr>
          <a:p>
            <a:pPr indent="0" algn="ctr">
              <a:lnSpc>
                <a:spcPct val="100000"/>
              </a:lnSpc>
              <a:buNone/>
            </a:pPr>
            <a:r>
              <a:rPr b="0" lang="en-US" sz="12000" strike="noStrike" u="none">
                <a:solidFill>
                  <a:schemeClr val="dk1"/>
                </a:solidFill>
                <a:effectLst/>
                <a:uFillTx/>
                <a:latin typeface="Arial"/>
                <a:ea typeface="Arial"/>
              </a:rPr>
              <a:t>xx%</a:t>
            </a:r>
            <a:endParaRPr b="0" lang="en-US" sz="12000" strike="noStrike" u="none">
              <a:solidFill>
                <a:srgbClr val="000000"/>
              </a:solidFill>
              <a:effectLst/>
              <a:uFillTx/>
              <a:latin typeface="Arial"/>
            </a:endParaRPr>
          </a:p>
        </p:txBody>
      </p:sp>
      <p:sp>
        <p:nvSpPr>
          <p:cNvPr id="5" name="PlaceHolder 2"/>
          <p:cNvSpPr>
            <a:spLocks noGrp="1"/>
          </p:cNvSpPr>
          <p:nvPr>
            <p:ph type="body"/>
          </p:nvPr>
        </p:nvSpPr>
        <p:spPr>
          <a:xfrm>
            <a:off x="311760" y="3152160"/>
            <a:ext cx="8520120" cy="130032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 name="PlaceHolder 3"/>
          <p:cNvSpPr>
            <a:spLocks noGrp="1"/>
          </p:cNvSpPr>
          <p:nvPr>
            <p:ph type="sldNum" idx="2"/>
          </p:nvPr>
        </p:nvSpPr>
        <p:spPr>
          <a:xfrm>
            <a:off x="8472600" y="4663080"/>
            <a:ext cx="548280" cy="393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AECE70CC-6718-4439-99D9-D0F1E3E2224C}" type="slidenum">
              <a:rPr b="0" lang="en" sz="1000" strike="noStrike" u="none">
                <a:solidFill>
                  <a:schemeClr val="dk2"/>
                </a:solidFill>
                <a:effectLst/>
                <a:uFillTx/>
                <a:latin typeface="Arial"/>
                <a:ea typeface="Arial"/>
              </a:rPr>
              <a:t>1</a:t>
            </a:fld>
            <a:endParaRPr b="0" lang="en-US" sz="10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sldNum" idx="3"/>
          </p:nvPr>
        </p:nvSpPr>
        <p:spPr>
          <a:xfrm>
            <a:off x="8472600" y="4663080"/>
            <a:ext cx="548280" cy="393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747F1F50-6E11-496F-A963-FFC0AF47584A}" type="slidenum">
              <a:rPr b="0" lang="en" sz="1000" strike="noStrike" u="none">
                <a:solidFill>
                  <a:schemeClr val="dk2"/>
                </a:solidFill>
                <a:effectLst/>
                <a:uFillTx/>
                <a:latin typeface="Arial"/>
                <a:ea typeface="Arial"/>
              </a:rPr>
              <a:t>1</a:t>
            </a:fld>
            <a:endParaRPr b="0" lang="en-US" sz="10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311760" y="2151000"/>
            <a:ext cx="8520120" cy="841320"/>
          </a:xfrm>
          <a:prstGeom prst="rect">
            <a:avLst/>
          </a:prstGeom>
          <a:noFill/>
          <a:ln w="0">
            <a:noFill/>
          </a:ln>
        </p:spPr>
        <p:txBody>
          <a:bodyPr lIns="91440" rIns="91440" tIns="91440" bIns="91440" anchor="ctr">
            <a:noAutofit/>
          </a:bodyPr>
          <a:p>
            <a:pPr indent="0">
              <a:buNone/>
            </a:pPr>
            <a:r>
              <a:rPr b="0" lang="en-US" sz="3600" strike="noStrike" u="none">
                <a:solidFill>
                  <a:srgbClr val="000000"/>
                </a:solidFill>
                <a:effectLst/>
                <a:uFillTx/>
                <a:latin typeface="Arial"/>
              </a:rPr>
              <a:t>Click to edit the title text format</a:t>
            </a:r>
            <a:endParaRPr b="0" lang="en-US" sz="3600" strike="noStrike" u="none">
              <a:solidFill>
                <a:srgbClr val="000000"/>
              </a:solidFill>
              <a:effectLst/>
              <a:uFillTx/>
              <a:latin typeface="Arial"/>
            </a:endParaRPr>
          </a:p>
        </p:txBody>
      </p:sp>
      <p:sp>
        <p:nvSpPr>
          <p:cNvPr id="9" name="PlaceHolder 2"/>
          <p:cNvSpPr>
            <a:spLocks noGrp="1"/>
          </p:cNvSpPr>
          <p:nvPr>
            <p:ph type="sldNum" idx="4"/>
          </p:nvPr>
        </p:nvSpPr>
        <p:spPr>
          <a:xfrm>
            <a:off x="8472600" y="4663080"/>
            <a:ext cx="548280" cy="393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D8FD0106-6FD2-495D-ACF2-CD812D6F45CF}" type="slidenum">
              <a:rPr b="0" lang="en" sz="1000" strike="noStrike" u="none">
                <a:solidFill>
                  <a:schemeClr val="dk2"/>
                </a:solidFill>
                <a:effectLst/>
                <a:uFillTx/>
                <a:latin typeface="Arial"/>
                <a:ea typeface="Arial"/>
              </a:rPr>
              <a:t>1</a:t>
            </a:fld>
            <a:endParaRPr b="0" lang="en-US" sz="1000" strike="noStrike" u="none">
              <a:solidFill>
                <a:srgbClr val="000000"/>
              </a:solidFill>
              <a:effectLst/>
              <a:uFillTx/>
              <a:latin typeface="Times New Roman"/>
            </a:endParaRPr>
          </a:p>
        </p:txBody>
      </p:sp>
      <p:sp>
        <p:nvSpPr>
          <p:cNvPr id="10"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trike="noStrike" u="none">
                <a:solidFill>
                  <a:srgbClr val="000000"/>
                </a:solidFill>
                <a:effectLst/>
                <a:uFillTx/>
                <a:latin typeface="Arial"/>
              </a:rPr>
              <a:t>Click to edit the outline text format</a:t>
            </a:r>
            <a:endParaRPr b="0" lang="en-US"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400" strike="noStrike" u="none">
                <a:solidFill>
                  <a:srgbClr val="000000"/>
                </a:solidFill>
                <a:effectLst/>
                <a:uFillTx/>
                <a:latin typeface="Arial"/>
              </a:rPr>
              <a:t>Second Outline Level</a:t>
            </a:r>
            <a:endParaRPr b="0" lang="en-US"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400" strike="noStrike" u="none">
                <a:solidFill>
                  <a:srgbClr val="000000"/>
                </a:solidFill>
                <a:effectLst/>
                <a:uFillTx/>
                <a:latin typeface="Arial"/>
              </a:rPr>
              <a:t>Third Outline Level</a:t>
            </a:r>
            <a:endParaRPr b="0" lang="en-US"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400" strike="noStrike" u="none">
                <a:solidFill>
                  <a:srgbClr val="000000"/>
                </a:solidFill>
                <a:effectLst/>
                <a:uFillTx/>
                <a:latin typeface="Arial"/>
              </a:rPr>
              <a:t>Fourth Outline Level</a:t>
            </a:r>
            <a:endParaRPr b="0" lang="en-US"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311760" y="444960"/>
            <a:ext cx="8520120" cy="572760"/>
          </a:xfrm>
          <a:prstGeom prst="rect">
            <a:avLst/>
          </a:prstGeom>
          <a:noFill/>
          <a:ln w="0">
            <a:noFill/>
          </a:ln>
        </p:spPr>
        <p:txBody>
          <a:bodyPr lIns="91440" rIns="91440" tIns="91440" bIns="91440" anchor="t">
            <a:noAutofit/>
          </a:bodyPr>
          <a:p>
            <a:pPr indent="0">
              <a:buNone/>
            </a:pPr>
            <a:r>
              <a:rPr b="0" lang="en-US" sz="2800" strike="noStrike" u="none">
                <a:solidFill>
                  <a:srgbClr val="000000"/>
                </a:solidFill>
                <a:effectLst/>
                <a:uFillTx/>
                <a:latin typeface="Arial"/>
              </a:rPr>
              <a:t>Click to edit the title text format</a:t>
            </a:r>
            <a:endParaRPr b="0" lang="en-US" sz="2800" strike="noStrike" u="none">
              <a:solidFill>
                <a:srgbClr val="000000"/>
              </a:solidFill>
              <a:effectLst/>
              <a:uFillTx/>
              <a:latin typeface="Arial"/>
            </a:endParaRPr>
          </a:p>
        </p:txBody>
      </p:sp>
      <p:sp>
        <p:nvSpPr>
          <p:cNvPr id="12" name="PlaceHolder 2"/>
          <p:cNvSpPr>
            <a:spLocks noGrp="1"/>
          </p:cNvSpPr>
          <p:nvPr>
            <p:ph type="body"/>
          </p:nvPr>
        </p:nvSpPr>
        <p:spPr>
          <a:xfrm>
            <a:off x="311760" y="1152360"/>
            <a:ext cx="8520120" cy="341568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 name="PlaceHolder 3"/>
          <p:cNvSpPr>
            <a:spLocks noGrp="1"/>
          </p:cNvSpPr>
          <p:nvPr>
            <p:ph type="sldNum" idx="5"/>
          </p:nvPr>
        </p:nvSpPr>
        <p:spPr>
          <a:xfrm>
            <a:off x="8472600" y="4663080"/>
            <a:ext cx="548280" cy="393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7191A6BF-1F16-4686-B5DC-61F887D9132B}"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311760" y="444960"/>
            <a:ext cx="8520120" cy="572760"/>
          </a:xfrm>
          <a:prstGeom prst="rect">
            <a:avLst/>
          </a:prstGeom>
          <a:noFill/>
          <a:ln w="0">
            <a:noFill/>
          </a:ln>
        </p:spPr>
        <p:txBody>
          <a:bodyPr lIns="91440" rIns="91440" tIns="91440" bIns="91440" anchor="t">
            <a:noAutofit/>
          </a:bodyPr>
          <a:p>
            <a:pPr indent="0">
              <a:buNone/>
            </a:pPr>
            <a:r>
              <a:rPr b="0" lang="en-US" sz="2800" strike="noStrike" u="none">
                <a:solidFill>
                  <a:srgbClr val="000000"/>
                </a:solidFill>
                <a:effectLst/>
                <a:uFillTx/>
                <a:latin typeface="Arial"/>
              </a:rPr>
              <a:t>Click to edit the title text format</a:t>
            </a:r>
            <a:endParaRPr b="0" lang="en-US" sz="2800" strike="noStrike" u="none">
              <a:solidFill>
                <a:srgbClr val="000000"/>
              </a:solidFill>
              <a:effectLst/>
              <a:uFillTx/>
              <a:latin typeface="Arial"/>
            </a:endParaRPr>
          </a:p>
        </p:txBody>
      </p:sp>
      <p:sp>
        <p:nvSpPr>
          <p:cNvPr id="15" name="PlaceHolder 2"/>
          <p:cNvSpPr>
            <a:spLocks noGrp="1"/>
          </p:cNvSpPr>
          <p:nvPr>
            <p:ph type="body"/>
          </p:nvPr>
        </p:nvSpPr>
        <p:spPr>
          <a:xfrm>
            <a:off x="311760" y="1152360"/>
            <a:ext cx="3999600" cy="341568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400" strike="noStrike" u="none">
                <a:solidFill>
                  <a:srgbClr val="000000"/>
                </a:solidFill>
                <a:effectLst/>
                <a:uFillTx/>
                <a:latin typeface="Arial"/>
              </a:rPr>
              <a:t>Click to edit the outline text format</a:t>
            </a:r>
            <a:endParaRPr b="0" lang="en-US"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400" strike="noStrike" u="none">
                <a:solidFill>
                  <a:srgbClr val="000000"/>
                </a:solidFill>
                <a:effectLst/>
                <a:uFillTx/>
                <a:latin typeface="Arial"/>
              </a:rPr>
              <a:t>Second Outline Level</a:t>
            </a:r>
            <a:endParaRPr b="0" lang="en-US"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400" strike="noStrike" u="none">
                <a:solidFill>
                  <a:srgbClr val="000000"/>
                </a:solidFill>
                <a:effectLst/>
                <a:uFillTx/>
                <a:latin typeface="Arial"/>
              </a:rPr>
              <a:t>Third Outline Level</a:t>
            </a:r>
            <a:endParaRPr b="0" lang="en-US"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400" strike="noStrike" u="none">
                <a:solidFill>
                  <a:srgbClr val="000000"/>
                </a:solidFill>
                <a:effectLst/>
                <a:uFillTx/>
                <a:latin typeface="Arial"/>
              </a:rPr>
              <a:t>Fourth Outline Level</a:t>
            </a:r>
            <a:endParaRPr b="0" lang="en-US"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400" strike="noStrike" u="none">
                <a:solidFill>
                  <a:srgbClr val="000000"/>
                </a:solidFill>
                <a:effectLst/>
                <a:uFillTx/>
                <a:latin typeface="Arial"/>
              </a:rPr>
              <a:t>Fifth Outline Level</a:t>
            </a:r>
            <a:endParaRPr b="0" lang="en-US" sz="1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400" strike="noStrike" u="none">
                <a:solidFill>
                  <a:srgbClr val="000000"/>
                </a:solidFill>
                <a:effectLst/>
                <a:uFillTx/>
                <a:latin typeface="Arial"/>
              </a:rPr>
              <a:t>Sixth Outline Level</a:t>
            </a:r>
            <a:endParaRPr b="0" lang="en-US" sz="1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400" strike="noStrike" u="none">
                <a:solidFill>
                  <a:srgbClr val="000000"/>
                </a:solidFill>
                <a:effectLst/>
                <a:uFillTx/>
                <a:latin typeface="Arial"/>
              </a:rPr>
              <a:t>Seventh Outline Level</a:t>
            </a:r>
            <a:endParaRPr b="0" lang="en-US" sz="1400" strike="noStrike" u="none">
              <a:solidFill>
                <a:srgbClr val="000000"/>
              </a:solidFill>
              <a:effectLst/>
              <a:uFillTx/>
              <a:latin typeface="Arial"/>
            </a:endParaRPr>
          </a:p>
        </p:txBody>
      </p:sp>
      <p:sp>
        <p:nvSpPr>
          <p:cNvPr id="16" name="PlaceHolder 3"/>
          <p:cNvSpPr>
            <a:spLocks noGrp="1"/>
          </p:cNvSpPr>
          <p:nvPr>
            <p:ph type="body"/>
          </p:nvPr>
        </p:nvSpPr>
        <p:spPr>
          <a:xfrm>
            <a:off x="4832280" y="1152360"/>
            <a:ext cx="3999600" cy="341568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400" strike="noStrike" u="none">
                <a:solidFill>
                  <a:srgbClr val="000000"/>
                </a:solidFill>
                <a:effectLst/>
                <a:uFillTx/>
                <a:latin typeface="Arial"/>
              </a:rPr>
              <a:t>Click to edit the outline text format</a:t>
            </a:r>
            <a:endParaRPr b="0" lang="en-US"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400" strike="noStrike" u="none">
                <a:solidFill>
                  <a:srgbClr val="000000"/>
                </a:solidFill>
                <a:effectLst/>
                <a:uFillTx/>
                <a:latin typeface="Arial"/>
              </a:rPr>
              <a:t>Second Outline Level</a:t>
            </a:r>
            <a:endParaRPr b="0" lang="en-US"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400" strike="noStrike" u="none">
                <a:solidFill>
                  <a:srgbClr val="000000"/>
                </a:solidFill>
                <a:effectLst/>
                <a:uFillTx/>
                <a:latin typeface="Arial"/>
              </a:rPr>
              <a:t>Third Outline Level</a:t>
            </a:r>
            <a:endParaRPr b="0" lang="en-US"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400" strike="noStrike" u="none">
                <a:solidFill>
                  <a:srgbClr val="000000"/>
                </a:solidFill>
                <a:effectLst/>
                <a:uFillTx/>
                <a:latin typeface="Arial"/>
              </a:rPr>
              <a:t>Fourth Outline Level</a:t>
            </a:r>
            <a:endParaRPr b="0" lang="en-US"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400" strike="noStrike" u="none">
                <a:solidFill>
                  <a:srgbClr val="000000"/>
                </a:solidFill>
                <a:effectLst/>
                <a:uFillTx/>
                <a:latin typeface="Arial"/>
              </a:rPr>
              <a:t>Fifth Outline Level</a:t>
            </a:r>
            <a:endParaRPr b="0" lang="en-US" sz="1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400" strike="noStrike" u="none">
                <a:solidFill>
                  <a:srgbClr val="000000"/>
                </a:solidFill>
                <a:effectLst/>
                <a:uFillTx/>
                <a:latin typeface="Arial"/>
              </a:rPr>
              <a:t>Sixth Outline Level</a:t>
            </a:r>
            <a:endParaRPr b="0" lang="en-US" sz="1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400" strike="noStrike" u="none">
                <a:solidFill>
                  <a:srgbClr val="000000"/>
                </a:solidFill>
                <a:effectLst/>
                <a:uFillTx/>
                <a:latin typeface="Arial"/>
              </a:rPr>
              <a:t>Seventh Outline Level</a:t>
            </a:r>
            <a:endParaRPr b="0" lang="en-US" sz="1400" strike="noStrike" u="none">
              <a:solidFill>
                <a:srgbClr val="000000"/>
              </a:solidFill>
              <a:effectLst/>
              <a:uFillTx/>
              <a:latin typeface="Arial"/>
            </a:endParaRPr>
          </a:p>
        </p:txBody>
      </p:sp>
      <p:sp>
        <p:nvSpPr>
          <p:cNvPr id="17" name="PlaceHolder 4"/>
          <p:cNvSpPr>
            <a:spLocks noGrp="1"/>
          </p:cNvSpPr>
          <p:nvPr>
            <p:ph type="sldNum" idx="6"/>
          </p:nvPr>
        </p:nvSpPr>
        <p:spPr>
          <a:xfrm>
            <a:off x="8472600" y="4663080"/>
            <a:ext cx="548280" cy="393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08F6641D-6679-4DEC-A87C-A076B4E6875C}"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311760" y="444960"/>
            <a:ext cx="8520120" cy="572760"/>
          </a:xfrm>
          <a:prstGeom prst="rect">
            <a:avLst/>
          </a:prstGeom>
          <a:noFill/>
          <a:ln w="0">
            <a:noFill/>
          </a:ln>
        </p:spPr>
        <p:txBody>
          <a:bodyPr lIns="91440" rIns="91440" tIns="91440" bIns="91440" anchor="t">
            <a:noAutofit/>
          </a:bodyPr>
          <a:p>
            <a:pPr indent="0">
              <a:buNone/>
            </a:pPr>
            <a:r>
              <a:rPr b="0" lang="en-US" sz="2800" strike="noStrike" u="none">
                <a:solidFill>
                  <a:srgbClr val="000000"/>
                </a:solidFill>
                <a:effectLst/>
                <a:uFillTx/>
                <a:latin typeface="Arial"/>
              </a:rPr>
              <a:t>Click to edit the title text format</a:t>
            </a:r>
            <a:endParaRPr b="0" lang="en-US" sz="2800" strike="noStrike" u="none">
              <a:solidFill>
                <a:srgbClr val="000000"/>
              </a:solidFill>
              <a:effectLst/>
              <a:uFillTx/>
              <a:latin typeface="Arial"/>
            </a:endParaRPr>
          </a:p>
        </p:txBody>
      </p:sp>
      <p:sp>
        <p:nvSpPr>
          <p:cNvPr id="19" name="PlaceHolder 2"/>
          <p:cNvSpPr>
            <a:spLocks noGrp="1"/>
          </p:cNvSpPr>
          <p:nvPr>
            <p:ph type="sldNum" idx="7"/>
          </p:nvPr>
        </p:nvSpPr>
        <p:spPr>
          <a:xfrm>
            <a:off x="8472600" y="4663080"/>
            <a:ext cx="548280" cy="393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DC63D55E-7531-4C93-88C1-2BB7D3755E40}"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311760" y="555480"/>
            <a:ext cx="2807640" cy="755280"/>
          </a:xfrm>
          <a:prstGeom prst="rect">
            <a:avLst/>
          </a:prstGeom>
          <a:noFill/>
          <a:ln w="0">
            <a:noFill/>
          </a:ln>
        </p:spPr>
        <p:txBody>
          <a:bodyPr lIns="91440" rIns="91440" tIns="91440" bIns="91440" anchor="b">
            <a:noAutofit/>
          </a:bodyPr>
          <a:p>
            <a:pPr indent="0">
              <a:buNone/>
            </a:pPr>
            <a:r>
              <a:rPr b="0" lang="en-US" sz="2400" strike="noStrike" u="none">
                <a:solidFill>
                  <a:srgbClr val="000000"/>
                </a:solidFill>
                <a:effectLst/>
                <a:uFillTx/>
                <a:latin typeface="Arial"/>
              </a:rPr>
              <a:t>Click to edit the title text format</a:t>
            </a:r>
            <a:endParaRPr b="0" lang="en-US" sz="2400" strike="noStrike" u="none">
              <a:solidFill>
                <a:srgbClr val="000000"/>
              </a:solidFill>
              <a:effectLst/>
              <a:uFillTx/>
              <a:latin typeface="Arial"/>
            </a:endParaRPr>
          </a:p>
        </p:txBody>
      </p:sp>
      <p:sp>
        <p:nvSpPr>
          <p:cNvPr id="21" name="PlaceHolder 2"/>
          <p:cNvSpPr>
            <a:spLocks noGrp="1"/>
          </p:cNvSpPr>
          <p:nvPr>
            <p:ph type="body"/>
          </p:nvPr>
        </p:nvSpPr>
        <p:spPr>
          <a:xfrm>
            <a:off x="311760" y="1389600"/>
            <a:ext cx="2807640" cy="317916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en-US" sz="1200" strike="noStrike" u="none">
                <a:solidFill>
                  <a:srgbClr val="000000"/>
                </a:solidFill>
                <a:effectLst/>
                <a:uFillTx/>
                <a:latin typeface="Arial"/>
              </a:rPr>
              <a:t>Click to edit the outline text format</a:t>
            </a:r>
            <a:endParaRPr b="0" lang="en-US" sz="1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200" strike="noStrike" u="none">
                <a:solidFill>
                  <a:srgbClr val="000000"/>
                </a:solidFill>
                <a:effectLst/>
                <a:uFillTx/>
                <a:latin typeface="Arial"/>
              </a:rPr>
              <a:t>Second Outline Level</a:t>
            </a:r>
            <a:endParaRPr b="0" lang="en-US" sz="1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200" strike="noStrike" u="none">
                <a:solidFill>
                  <a:srgbClr val="000000"/>
                </a:solidFill>
                <a:effectLst/>
                <a:uFillTx/>
                <a:latin typeface="Arial"/>
              </a:rPr>
              <a:t>Third Outline Level</a:t>
            </a:r>
            <a:endParaRPr b="0" lang="en-US" sz="1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200" strike="noStrike" u="none">
                <a:solidFill>
                  <a:srgbClr val="000000"/>
                </a:solidFill>
                <a:effectLst/>
                <a:uFillTx/>
                <a:latin typeface="Arial"/>
              </a:rPr>
              <a:t>Fourth Outline Level</a:t>
            </a:r>
            <a:endParaRPr b="0" lang="en-US" sz="1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200" strike="noStrike" u="none">
                <a:solidFill>
                  <a:srgbClr val="000000"/>
                </a:solidFill>
                <a:effectLst/>
                <a:uFillTx/>
                <a:latin typeface="Arial"/>
              </a:rPr>
              <a:t>Fifth Outline Level</a:t>
            </a:r>
            <a:endParaRPr b="0" lang="en-US" sz="1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200" strike="noStrike" u="none">
                <a:solidFill>
                  <a:srgbClr val="000000"/>
                </a:solidFill>
                <a:effectLst/>
                <a:uFillTx/>
                <a:latin typeface="Arial"/>
              </a:rPr>
              <a:t>Sixth Outline Level</a:t>
            </a:r>
            <a:endParaRPr b="0" lang="en-US" sz="1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200" strike="noStrike" u="none">
                <a:solidFill>
                  <a:srgbClr val="000000"/>
                </a:solidFill>
                <a:effectLst/>
                <a:uFillTx/>
                <a:latin typeface="Arial"/>
              </a:rPr>
              <a:t>Seventh Outline Level</a:t>
            </a:r>
            <a:endParaRPr b="0" lang="en-US" sz="1200" strike="noStrike" u="none">
              <a:solidFill>
                <a:srgbClr val="000000"/>
              </a:solidFill>
              <a:effectLst/>
              <a:uFillTx/>
              <a:latin typeface="Arial"/>
            </a:endParaRPr>
          </a:p>
        </p:txBody>
      </p:sp>
      <p:sp>
        <p:nvSpPr>
          <p:cNvPr id="22" name="PlaceHolder 3"/>
          <p:cNvSpPr>
            <a:spLocks noGrp="1"/>
          </p:cNvSpPr>
          <p:nvPr>
            <p:ph type="sldNum" idx="8"/>
          </p:nvPr>
        </p:nvSpPr>
        <p:spPr>
          <a:xfrm>
            <a:off x="8472600" y="4663080"/>
            <a:ext cx="548280" cy="393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7C53F6E3-8836-46AA-9464-BCB376BBB748}"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90320" y="450000"/>
            <a:ext cx="6367320" cy="4090320"/>
          </a:xfrm>
          <a:prstGeom prst="rect">
            <a:avLst/>
          </a:prstGeom>
          <a:noFill/>
          <a:ln w="0">
            <a:noFill/>
          </a:ln>
        </p:spPr>
        <p:txBody>
          <a:bodyPr lIns="91440" rIns="91440" tIns="91440" bIns="91440" anchor="ctr">
            <a:noAutofit/>
          </a:bodyPr>
          <a:p>
            <a:pPr indent="0">
              <a:buNone/>
            </a:pPr>
            <a:r>
              <a:rPr b="0" lang="en-US" sz="4800" strike="noStrike" u="none">
                <a:solidFill>
                  <a:srgbClr val="000000"/>
                </a:solidFill>
                <a:effectLst/>
                <a:uFillTx/>
                <a:latin typeface="Arial"/>
              </a:rPr>
              <a:t>Click to edit the title text format</a:t>
            </a:r>
            <a:endParaRPr b="0" lang="en-US" sz="4800" strike="noStrike" u="none">
              <a:solidFill>
                <a:srgbClr val="000000"/>
              </a:solidFill>
              <a:effectLst/>
              <a:uFillTx/>
              <a:latin typeface="Arial"/>
            </a:endParaRPr>
          </a:p>
        </p:txBody>
      </p:sp>
      <p:sp>
        <p:nvSpPr>
          <p:cNvPr id="24" name="PlaceHolder 2"/>
          <p:cNvSpPr>
            <a:spLocks noGrp="1"/>
          </p:cNvSpPr>
          <p:nvPr>
            <p:ph type="sldNum" idx="9"/>
          </p:nvPr>
        </p:nvSpPr>
        <p:spPr>
          <a:xfrm>
            <a:off x="8472600" y="4663080"/>
            <a:ext cx="548280" cy="393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F669FA2D-EC68-41DE-BAAA-600F6B9BE3D8}"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25" name="Google Shape;36;p9"/>
          <p:cNvSpPr/>
          <p:nvPr/>
        </p:nvSpPr>
        <p:spPr>
          <a:xfrm>
            <a:off x="457200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trike="noStrike" u="none">
              <a:solidFill>
                <a:srgbClr val="000000"/>
              </a:solidFill>
              <a:effectLst/>
              <a:uFillTx/>
              <a:latin typeface="Arial"/>
            </a:endParaRPr>
          </a:p>
        </p:txBody>
      </p:sp>
      <p:sp>
        <p:nvSpPr>
          <p:cNvPr id="26" name="PlaceHolder 1"/>
          <p:cNvSpPr>
            <a:spLocks noGrp="1"/>
          </p:cNvSpPr>
          <p:nvPr>
            <p:ph type="title"/>
          </p:nvPr>
        </p:nvSpPr>
        <p:spPr>
          <a:xfrm>
            <a:off x="265680" y="1233000"/>
            <a:ext cx="4044960" cy="1482120"/>
          </a:xfrm>
          <a:prstGeom prst="rect">
            <a:avLst/>
          </a:prstGeom>
          <a:noFill/>
          <a:ln w="0">
            <a:noFill/>
          </a:ln>
        </p:spPr>
        <p:txBody>
          <a:bodyPr lIns="91440" rIns="91440" tIns="91440" bIns="91440" anchor="b">
            <a:noAutofit/>
          </a:bodyPr>
          <a:p>
            <a:pPr indent="0">
              <a:buNone/>
            </a:pPr>
            <a:r>
              <a:rPr b="0" lang="en-US" sz="4200" strike="noStrike" u="none">
                <a:solidFill>
                  <a:srgbClr val="000000"/>
                </a:solidFill>
                <a:effectLst/>
                <a:uFillTx/>
                <a:latin typeface="Arial"/>
              </a:rPr>
              <a:t>Click to edit the title text format</a:t>
            </a:r>
            <a:endParaRPr b="0" lang="en-US" sz="4200" strike="noStrike" u="none">
              <a:solidFill>
                <a:srgbClr val="000000"/>
              </a:solidFill>
              <a:effectLst/>
              <a:uFillTx/>
              <a:latin typeface="Arial"/>
            </a:endParaRPr>
          </a:p>
        </p:txBody>
      </p:sp>
      <p:sp>
        <p:nvSpPr>
          <p:cNvPr id="27" name="PlaceHolder 2"/>
          <p:cNvSpPr>
            <a:spLocks noGrp="1"/>
          </p:cNvSpPr>
          <p:nvPr>
            <p:ph type="body"/>
          </p:nvPr>
        </p:nvSpPr>
        <p:spPr>
          <a:xfrm>
            <a:off x="4939560" y="723960"/>
            <a:ext cx="3836520" cy="3694680"/>
          </a:xfrm>
          <a:prstGeom prst="rect">
            <a:avLst/>
          </a:prstGeom>
          <a:noFill/>
          <a:ln w="0">
            <a:noFill/>
          </a:ln>
        </p:spPr>
        <p:txBody>
          <a:bodyPr lIns="91440" rIns="91440" tIns="91440" bIns="91440" anchor="ctr">
            <a:no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8" name="PlaceHolder 3"/>
          <p:cNvSpPr>
            <a:spLocks noGrp="1"/>
          </p:cNvSpPr>
          <p:nvPr>
            <p:ph type="sldNum" idx="10"/>
          </p:nvPr>
        </p:nvSpPr>
        <p:spPr>
          <a:xfrm>
            <a:off x="8472600" y="4663080"/>
            <a:ext cx="548280" cy="393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7A028B46-4A80-4EAE-A689-6AF4330AB1A7}"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29" name="PlaceHolder 1"/>
          <p:cNvSpPr>
            <a:spLocks noGrp="1"/>
          </p:cNvSpPr>
          <p:nvPr>
            <p:ph type="body"/>
          </p:nvPr>
        </p:nvSpPr>
        <p:spPr>
          <a:xfrm>
            <a:off x="311760" y="4230720"/>
            <a:ext cx="5998320" cy="604800"/>
          </a:xfrm>
          <a:prstGeom prst="rect">
            <a:avLst/>
          </a:prstGeom>
          <a:noFill/>
          <a:ln w="0">
            <a:noFill/>
          </a:ln>
        </p:spPr>
        <p:txBody>
          <a:bodyPr lIns="91440" rIns="91440" tIns="91440" bIns="91440" anchor="ctr">
            <a:no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0" name="PlaceHolder 2"/>
          <p:cNvSpPr>
            <a:spLocks noGrp="1"/>
          </p:cNvSpPr>
          <p:nvPr>
            <p:ph type="sldNum" idx="11"/>
          </p:nvPr>
        </p:nvSpPr>
        <p:spPr>
          <a:xfrm>
            <a:off x="8472600" y="4663080"/>
            <a:ext cx="548280" cy="393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7A878A19-19B5-419F-BE08-455855C91660}"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PlaceHolder 1"/>
          <p:cNvSpPr>
            <a:spLocks noGrp="1"/>
          </p:cNvSpPr>
          <p:nvPr>
            <p:ph type="title"/>
          </p:nvPr>
        </p:nvSpPr>
        <p:spPr>
          <a:xfrm>
            <a:off x="311760" y="444960"/>
            <a:ext cx="8520120" cy="572760"/>
          </a:xfrm>
          <a:prstGeom prst="rect">
            <a:avLst/>
          </a:prstGeom>
          <a:noFill/>
          <a:ln w="0">
            <a:noFill/>
          </a:ln>
        </p:spPr>
        <p:txBody>
          <a:bodyPr lIns="91440" rIns="91440" tIns="91440" bIns="91440" anchor="t">
            <a:noAutofit/>
          </a:bodyPr>
          <a:p>
            <a:pPr indent="0">
              <a:lnSpc>
                <a:spcPct val="100000"/>
              </a:lnSpc>
              <a:buNone/>
              <a:tabLst>
                <a:tab algn="l" pos="0"/>
              </a:tabLst>
            </a:pPr>
            <a:r>
              <a:rPr b="0" lang="en" sz="2800" strike="noStrike" u="none">
                <a:solidFill>
                  <a:schemeClr val="dk1"/>
                </a:solidFill>
                <a:effectLst/>
                <a:uFillTx/>
                <a:latin typeface="Arial"/>
                <a:ea typeface="Arial"/>
              </a:rPr>
              <a:t>Research Question</a:t>
            </a:r>
            <a:endParaRPr b="0" lang="en-US" sz="2800" strike="noStrike" u="none">
              <a:solidFill>
                <a:srgbClr val="000000"/>
              </a:solidFill>
              <a:effectLst/>
              <a:uFillTx/>
              <a:latin typeface="Arial"/>
            </a:endParaRPr>
          </a:p>
        </p:txBody>
      </p:sp>
      <p:sp>
        <p:nvSpPr>
          <p:cNvPr id="32" name="PlaceHolder 2"/>
          <p:cNvSpPr>
            <a:spLocks noGrp="1"/>
          </p:cNvSpPr>
          <p:nvPr>
            <p:ph/>
          </p:nvPr>
        </p:nvSpPr>
        <p:spPr>
          <a:xfrm>
            <a:off x="311760" y="1152360"/>
            <a:ext cx="8520120" cy="3415680"/>
          </a:xfrm>
          <a:prstGeom prst="rect">
            <a:avLst/>
          </a:prstGeom>
          <a:noFill/>
          <a:ln w="0">
            <a:noFill/>
          </a:ln>
        </p:spPr>
        <p:txBody>
          <a:bodyPr lIns="91440" rIns="91440" tIns="91440" bIns="91440" anchor="t">
            <a:noAutofit/>
          </a:bodyPr>
          <a:p>
            <a:pPr marL="457200" indent="-343080">
              <a:lnSpc>
                <a:spcPct val="115000"/>
              </a:lnSpc>
              <a:buClr>
                <a:srgbClr val="595959"/>
              </a:buClr>
              <a:buFont typeface="Arial"/>
              <a:buChar char="●"/>
            </a:pPr>
            <a:r>
              <a:rPr b="0" lang="en" sz="1800" strike="noStrike" u="none">
                <a:solidFill>
                  <a:schemeClr val="dk2"/>
                </a:solidFill>
                <a:effectLst/>
                <a:uFillTx/>
                <a:latin typeface="Arial"/>
                <a:ea typeface="Arial"/>
              </a:rPr>
              <a:t>Databases continue to grow every day, and how they are handled becomes a more and more important issue. That's where sorting algorithms come into play. They are a crucial role in managing data, especially while working with large datasets. In this experiment, the goal is to determine which of five different sorting algorithms can organize a numerical list most efficiently and effectively based on speed. I predict that Quick Sort will probably be the best at sorting lists the fastest. And by comparing these algorithms, I learn info about which algorithm can sort a numerical list the fastest under different conditions, such as different list sizes and data distributions.</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p:nvPr>
        </p:nvSpPr>
        <p:spPr>
          <a:xfrm>
            <a:off x="311760" y="1152360"/>
            <a:ext cx="8520120" cy="3415680"/>
          </a:xfrm>
          <a:prstGeom prst="rect">
            <a:avLst/>
          </a:prstGeom>
          <a:noFill/>
          <a:ln w="0">
            <a:noFill/>
          </a:ln>
        </p:spPr>
        <p:txBody>
          <a:bodyPr lIns="91440" rIns="91440" tIns="91440" bIns="91440" anchor="t">
            <a:noAutofit/>
          </a:bodyPr>
          <a:p>
            <a:pPr marL="457200" indent="-343080">
              <a:lnSpc>
                <a:spcPct val="115000"/>
              </a:lnSpc>
              <a:buClr>
                <a:srgbClr val="595959"/>
              </a:buClr>
              <a:buFont typeface="Arial"/>
              <a:buChar char="●"/>
            </a:pPr>
            <a:r>
              <a:rPr b="0" lang="en" sz="1800" strike="noStrike" u="none">
                <a:solidFill>
                  <a:schemeClr val="dk2"/>
                </a:solidFill>
                <a:effectLst/>
                <a:uFillTx/>
                <a:latin typeface="Arial"/>
                <a:ea typeface="Arial"/>
              </a:rPr>
              <a:t>To conduct my research, I created several example sets to test each algorithm. The lists will have a range of different unsorted numerical values. Then I will sort the list using each algorithm a total 10 times to get steady range of results. Lastly I will average the results to get my final piece of data so I can reach my conclusion.</a:t>
            </a:r>
            <a:endParaRPr b="0" lang="en-US" sz="1800" strike="noStrike" u="none">
              <a:solidFill>
                <a:srgbClr val="000000"/>
              </a:solidFill>
              <a:effectLst/>
              <a:uFillTx/>
              <a:latin typeface="Arial"/>
            </a:endParaRPr>
          </a:p>
        </p:txBody>
      </p:sp>
      <p:sp>
        <p:nvSpPr>
          <p:cNvPr id="34" name="PlaceHolder 2"/>
          <p:cNvSpPr>
            <a:spLocks noGrp="1"/>
          </p:cNvSpPr>
          <p:nvPr>
            <p:ph type="title"/>
          </p:nvPr>
        </p:nvSpPr>
        <p:spPr>
          <a:xfrm>
            <a:off x="337320" y="502920"/>
            <a:ext cx="8520120" cy="572760"/>
          </a:xfrm>
          <a:prstGeom prst="rect">
            <a:avLst/>
          </a:prstGeom>
          <a:noFill/>
          <a:ln w="0">
            <a:noFill/>
          </a:ln>
        </p:spPr>
        <p:txBody>
          <a:bodyPr lIns="91440" rIns="91440" tIns="91440" bIns="91440" anchor="t">
            <a:noAutofit/>
          </a:bodyPr>
          <a:p>
            <a:pPr indent="0">
              <a:lnSpc>
                <a:spcPct val="100000"/>
              </a:lnSpc>
              <a:buNone/>
              <a:tabLst>
                <a:tab algn="l" pos="0"/>
              </a:tabLst>
            </a:pPr>
            <a:r>
              <a:rPr b="0" lang="en" sz="2800" strike="noStrike" u="none">
                <a:solidFill>
                  <a:schemeClr val="dk1"/>
                </a:solidFill>
                <a:effectLst/>
                <a:uFillTx/>
                <a:latin typeface="Arial"/>
                <a:ea typeface="Arial"/>
              </a:rPr>
              <a:t>Notation and Framework</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p:nvPr>
        </p:nvSpPr>
        <p:spPr>
          <a:xfrm>
            <a:off x="311760" y="1152360"/>
            <a:ext cx="8520120" cy="3415680"/>
          </a:xfrm>
          <a:prstGeom prst="rect">
            <a:avLst/>
          </a:prstGeom>
          <a:noFill/>
          <a:ln w="0">
            <a:noFill/>
          </a:ln>
        </p:spPr>
        <p:txBody>
          <a:bodyPr lIns="91440" rIns="91440" tIns="91440" bIns="91440" anchor="t">
            <a:noAutofit/>
          </a:bodyPr>
          <a:p>
            <a:pPr marL="457200" indent="-343080">
              <a:lnSpc>
                <a:spcPct val="115000"/>
              </a:lnSpc>
              <a:buClr>
                <a:srgbClr val="595959"/>
              </a:buClr>
              <a:buFont typeface="Arial"/>
              <a:buChar char="●"/>
            </a:pPr>
            <a:r>
              <a:rPr b="0" lang="en" sz="1800" strike="noStrike" u="none">
                <a:solidFill>
                  <a:schemeClr val="dk2"/>
                </a:solidFill>
                <a:effectLst/>
                <a:uFillTx/>
                <a:latin typeface="Arial"/>
                <a:ea typeface="Arial"/>
              </a:rPr>
              <a:t>I discovered that Quick Sort sorted all the lists - both big and small - the fastest out of any of the algorithms used in the experiment. Some of the more complicated ones like Insertion Sort and Selection sort took as long as 3 seconds or longer to sort the bigger lists. The last two algorithms (Merge and Heap Sort) took a moderate amount of time to sort the lists and had similar results when put side by side.</a:t>
            </a:r>
            <a:endParaRPr b="0" lang="en-US" sz="1800" strike="noStrike" u="none">
              <a:solidFill>
                <a:srgbClr val="000000"/>
              </a:solidFill>
              <a:effectLst/>
              <a:uFillTx/>
              <a:latin typeface="Arial"/>
            </a:endParaRPr>
          </a:p>
        </p:txBody>
      </p:sp>
      <p:sp>
        <p:nvSpPr>
          <p:cNvPr id="36" name="PlaceHolder 2"/>
          <p:cNvSpPr>
            <a:spLocks noGrp="1"/>
          </p:cNvSpPr>
          <p:nvPr>
            <p:ph type="title"/>
          </p:nvPr>
        </p:nvSpPr>
        <p:spPr>
          <a:xfrm>
            <a:off x="311760" y="444960"/>
            <a:ext cx="8520120" cy="572760"/>
          </a:xfrm>
          <a:prstGeom prst="rect">
            <a:avLst/>
          </a:prstGeom>
          <a:noFill/>
          <a:ln w="0">
            <a:noFill/>
          </a:ln>
        </p:spPr>
        <p:txBody>
          <a:bodyPr lIns="91440" rIns="91440" tIns="91440" bIns="91440" anchor="t">
            <a:noAutofit/>
          </a:bodyPr>
          <a:p>
            <a:pPr indent="0">
              <a:lnSpc>
                <a:spcPct val="100000"/>
              </a:lnSpc>
              <a:buNone/>
              <a:tabLst>
                <a:tab algn="l" pos="0"/>
              </a:tabLst>
            </a:pPr>
            <a:r>
              <a:rPr b="0" lang="en" sz="2800" strike="noStrike" u="none">
                <a:solidFill>
                  <a:schemeClr val="dk1"/>
                </a:solidFill>
                <a:effectLst/>
                <a:uFillTx/>
                <a:latin typeface="Arial"/>
                <a:ea typeface="Arial"/>
              </a:rPr>
              <a:t>Data Analysis</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 name="Google Shape;77;p17" descr=""/>
          <p:cNvPicPr/>
          <p:nvPr/>
        </p:nvPicPr>
        <p:blipFill>
          <a:blip r:embed="rId1"/>
          <a:stretch/>
        </p:blipFill>
        <p:spPr>
          <a:xfrm>
            <a:off x="622440" y="350280"/>
            <a:ext cx="7898400" cy="444276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title"/>
          </p:nvPr>
        </p:nvSpPr>
        <p:spPr>
          <a:xfrm>
            <a:off x="311760" y="444960"/>
            <a:ext cx="8520120" cy="572760"/>
          </a:xfrm>
          <a:prstGeom prst="rect">
            <a:avLst/>
          </a:prstGeom>
          <a:noFill/>
          <a:ln w="0">
            <a:noFill/>
          </a:ln>
        </p:spPr>
        <p:txBody>
          <a:bodyPr lIns="91440" rIns="91440" tIns="91440" bIns="91440" anchor="t">
            <a:noAutofit/>
          </a:bodyPr>
          <a:p>
            <a:pPr indent="0">
              <a:lnSpc>
                <a:spcPct val="100000"/>
              </a:lnSpc>
              <a:buNone/>
              <a:tabLst>
                <a:tab algn="l" pos="0"/>
              </a:tabLst>
            </a:pPr>
            <a:r>
              <a:rPr b="0" lang="en" sz="2400" strike="noStrike" u="none">
                <a:solidFill>
                  <a:schemeClr val="dk1"/>
                </a:solidFill>
                <a:effectLst/>
                <a:uFillTx/>
                <a:latin typeface="Arial"/>
                <a:ea typeface="Arial"/>
              </a:rPr>
              <a:t>Conclusions</a:t>
            </a:r>
            <a:endParaRPr b="0" lang="en-US" sz="2400" strike="noStrike" u="none">
              <a:solidFill>
                <a:srgbClr val="000000"/>
              </a:solidFill>
              <a:effectLst/>
              <a:uFillTx/>
              <a:latin typeface="Arial"/>
            </a:endParaRPr>
          </a:p>
        </p:txBody>
      </p:sp>
      <p:sp>
        <p:nvSpPr>
          <p:cNvPr id="39" name="PlaceHolder 2"/>
          <p:cNvSpPr>
            <a:spLocks noGrp="1"/>
          </p:cNvSpPr>
          <p:nvPr>
            <p:ph/>
          </p:nvPr>
        </p:nvSpPr>
        <p:spPr>
          <a:xfrm>
            <a:off x="311760" y="1152360"/>
            <a:ext cx="8520120" cy="3415680"/>
          </a:xfrm>
          <a:prstGeom prst="rect">
            <a:avLst/>
          </a:prstGeom>
          <a:noFill/>
          <a:ln w="0">
            <a:noFill/>
          </a:ln>
        </p:spPr>
        <p:txBody>
          <a:bodyPr lIns="91440" rIns="91440" tIns="91440" bIns="91440" anchor="t">
            <a:noAutofit/>
          </a:bodyPr>
          <a:p>
            <a:pPr marL="457200" indent="-343080">
              <a:lnSpc>
                <a:spcPct val="115000"/>
              </a:lnSpc>
              <a:buClr>
                <a:srgbClr val="595959"/>
              </a:buClr>
              <a:buFont typeface="Arial"/>
              <a:buChar char="●"/>
            </a:pPr>
            <a:r>
              <a:rPr b="0" lang="en" sz="1800" strike="noStrike" u="none">
                <a:solidFill>
                  <a:schemeClr val="dk2"/>
                </a:solidFill>
                <a:effectLst/>
                <a:uFillTx/>
                <a:latin typeface="Arial"/>
                <a:ea typeface="Arial"/>
              </a:rPr>
              <a:t>These results prove that my hypothesis is correct, but also answers others questions. This info determines that certain algorithms like Insertion and Selection Sort shouldn’t be the first choice for large data sets. Some things I could have done better is using broader and larger data sets next time if I were to continue this project.</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311760" y="444960"/>
            <a:ext cx="8520120" cy="572760"/>
          </a:xfrm>
          <a:prstGeom prst="rect">
            <a:avLst/>
          </a:prstGeom>
          <a:noFill/>
          <a:ln w="0">
            <a:noFill/>
          </a:ln>
        </p:spPr>
        <p:txBody>
          <a:bodyPr lIns="91440" rIns="91440" tIns="91440" bIns="91440" anchor="t">
            <a:noAutofit/>
          </a:bodyPr>
          <a:p>
            <a:pPr indent="0">
              <a:lnSpc>
                <a:spcPct val="100000"/>
              </a:lnSpc>
              <a:buNone/>
              <a:tabLst>
                <a:tab algn="l" pos="0"/>
              </a:tabLst>
            </a:pPr>
            <a:r>
              <a:rPr b="0" lang="en" sz="2800" strike="noStrike" u="none">
                <a:solidFill>
                  <a:schemeClr val="dk1"/>
                </a:solidFill>
                <a:effectLst/>
                <a:uFillTx/>
                <a:latin typeface="Arial"/>
                <a:ea typeface="Arial"/>
              </a:rPr>
              <a:t>References</a:t>
            </a:r>
            <a:endParaRPr b="0" lang="en-US" sz="2800" strike="noStrike" u="none">
              <a:solidFill>
                <a:srgbClr val="000000"/>
              </a:solidFill>
              <a:effectLst/>
              <a:uFillTx/>
              <a:latin typeface="Arial"/>
            </a:endParaRPr>
          </a:p>
        </p:txBody>
      </p:sp>
      <p:sp>
        <p:nvSpPr>
          <p:cNvPr id="41" name="PlaceHolder 2"/>
          <p:cNvSpPr>
            <a:spLocks noGrp="1"/>
          </p:cNvSpPr>
          <p:nvPr>
            <p:ph/>
          </p:nvPr>
        </p:nvSpPr>
        <p:spPr>
          <a:xfrm>
            <a:off x="311760" y="1152360"/>
            <a:ext cx="8520120" cy="3415680"/>
          </a:xfrm>
          <a:prstGeom prst="rect">
            <a:avLst/>
          </a:prstGeom>
          <a:noFill/>
          <a:ln w="0">
            <a:noFill/>
          </a:ln>
        </p:spPr>
        <p:txBody>
          <a:bodyPr lIns="91440" rIns="91440" tIns="91440" bIns="91440" anchor="t">
            <a:noAutofit/>
          </a:bodyPr>
          <a:p>
            <a:pPr marL="457200" indent="-317520">
              <a:lnSpc>
                <a:spcPct val="115000"/>
              </a:lnSpc>
              <a:buClr>
                <a:srgbClr val="595959"/>
              </a:buClr>
              <a:buFont typeface="Arial"/>
              <a:buChar char="●"/>
            </a:pPr>
            <a:r>
              <a:rPr b="0" lang="en" sz="1400" strike="noStrike" u="none">
                <a:solidFill>
                  <a:schemeClr val="dk2"/>
                </a:solidFill>
                <a:effectLst/>
                <a:uFillTx/>
                <a:latin typeface="Arial"/>
                <a:ea typeface="Arial"/>
              </a:rPr>
              <a:t>CodersLegacy. “Comparison of Sorting Algorithms.” 17 June 2021, https://coderslegacy.com/comparison-of-sorting-algorithms/. Accessed 1 October 2025.</a:t>
            </a:r>
            <a:endParaRPr b="0" lang="en-US" sz="1400" strike="noStrike" u="none">
              <a:solidFill>
                <a:srgbClr val="000000"/>
              </a:solidFill>
              <a:effectLst/>
              <a:uFillTx/>
              <a:latin typeface="Arial"/>
            </a:endParaRPr>
          </a:p>
          <a:p>
            <a:pPr marL="457200" indent="-317520">
              <a:lnSpc>
                <a:spcPct val="115000"/>
              </a:lnSpc>
              <a:buClr>
                <a:srgbClr val="595959"/>
              </a:buClr>
              <a:buFont typeface="Arial"/>
              <a:buChar char="●"/>
            </a:pPr>
            <a:r>
              <a:rPr b="0" lang="en" sz="1400" strike="noStrike" u="none">
                <a:solidFill>
                  <a:schemeClr val="dk2"/>
                </a:solidFill>
                <a:effectLst/>
                <a:uFillTx/>
                <a:latin typeface="Arial"/>
                <a:ea typeface="Arial"/>
              </a:rPr>
              <a:t>Finio, Ben. “What's the Fastest Way to Sort a List?” 24 June 2025, https://www.sciencebuddies.org/science-fair-projects/project-ideas/CompSci_p002/computer-science/programming-a-simple-alphabetizer. Accessed 1 October 2025.</a:t>
            </a:r>
            <a:endParaRPr b="0" lang="en-US" sz="1400" strike="noStrike" u="none">
              <a:solidFill>
                <a:srgbClr val="000000"/>
              </a:solidFill>
              <a:effectLst/>
              <a:uFillTx/>
              <a:latin typeface="Arial"/>
            </a:endParaRPr>
          </a:p>
          <a:p>
            <a:pPr marL="457200" indent="-317520">
              <a:lnSpc>
                <a:spcPct val="115000"/>
              </a:lnSpc>
              <a:buClr>
                <a:srgbClr val="595959"/>
              </a:buClr>
              <a:buFont typeface="Arial"/>
              <a:buChar char="●"/>
            </a:pPr>
            <a:r>
              <a:rPr b="0" lang="en" sz="1400" strike="noStrike" u="none">
                <a:solidFill>
                  <a:schemeClr val="dk2"/>
                </a:solidFill>
                <a:effectLst/>
                <a:uFillTx/>
                <a:latin typeface="Arial"/>
                <a:ea typeface="Arial"/>
              </a:rPr>
              <a:t>“4.4 Sorting Algorithms.” https://www.computersciencecafe.com/44-sorting-algorithms.html. Accessed 1 October 2025.</a:t>
            </a:r>
            <a:endParaRPr b="0" lang="en-US" sz="1400" strike="noStrike" u="none">
              <a:solidFill>
                <a:srgbClr val="000000"/>
              </a:solidFill>
              <a:effectLst/>
              <a:uFillTx/>
              <a:latin typeface="Arial"/>
            </a:endParaRPr>
          </a:p>
          <a:p>
            <a:pPr marL="457200" indent="-317520">
              <a:lnSpc>
                <a:spcPct val="115000"/>
              </a:lnSpc>
              <a:buClr>
                <a:srgbClr val="595959"/>
              </a:buClr>
              <a:buFont typeface="Arial"/>
              <a:buChar char="●"/>
            </a:pPr>
            <a:r>
              <a:rPr b="0" lang="en" sz="1400" strike="noStrike" u="none">
                <a:solidFill>
                  <a:schemeClr val="dk2"/>
                </a:solidFill>
                <a:effectLst/>
                <a:uFillTx/>
                <a:latin typeface="Arial"/>
                <a:ea typeface="Arial"/>
              </a:rPr>
              <a:t>LibreTexts. “4.2: Activity 2 - Sorting Algorithm.” https://eng.libretexts.org/Bookshelves/Computer_Science/Databases_and_Data_Structures/Data_Structure_and_Algorithms_(Njoroge)/04%3A_Searching_and_Sorting_Algorithm/4.02%3A_Activity_2_-_Sorting_Algorithm. Accessed 1 October 2025.</a:t>
            </a:r>
            <a:endParaRPr b="0" lang="en-US" sz="1400" strike="noStrike" u="none">
              <a:solidFill>
                <a:srgbClr val="000000"/>
              </a:solidFill>
              <a:effectLst/>
              <a:uFillTx/>
              <a:latin typeface="Arial"/>
            </a:endParaRPr>
          </a:p>
          <a:p>
            <a:pPr marL="457200" indent="-317520">
              <a:lnSpc>
                <a:spcPct val="115000"/>
              </a:lnSpc>
              <a:buClr>
                <a:srgbClr val="595959"/>
              </a:buClr>
              <a:buFont typeface="Arial"/>
              <a:buChar char="●"/>
            </a:pPr>
            <a:r>
              <a:rPr b="0" lang="en" sz="1400" strike="noStrike" u="none">
                <a:solidFill>
                  <a:schemeClr val="dk2"/>
                </a:solidFill>
                <a:effectLst/>
                <a:uFillTx/>
                <a:latin typeface="Arial"/>
                <a:ea typeface="Arial"/>
              </a:rPr>
              <a:t>“2.3. Sorting.” https://www.csfieldguide.org.nz/en/chapters/algorithms/sorting/. Accessed 1 October 2025.</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LibreOffice/25.8.2.2$Windows_X86_64 LibreOffice_project/d401f2107ccab8f924a8e2df40f573aab7605b6f</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2025-11-20T00:10:30Z</dcterms:modified>
  <cp:revision>1</cp:revision>
  <dc:subject/>
  <dc:title/>
</cp:coreProperties>
</file>